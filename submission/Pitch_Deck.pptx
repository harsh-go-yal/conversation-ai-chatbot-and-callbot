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65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65108-5C00-0109-5FF6-A0FD3E1D80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8E777-62A6-111F-C1A8-A8D50230D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6998E-4949-23E5-82F3-0D841BFB7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A822-EA74-4DD0-A970-C8B84EB9EFE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16754-29F8-BEE0-152A-BB79A59B8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2659A-0758-89B8-7451-06C99D56D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0ECC7-130D-4D16-BCD3-CFD89F594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082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4AB70-A6A4-99D6-AE3C-AB6738F7A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98212-AE89-220D-D48F-16D52E703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1B85D-F04A-619B-30BC-11C71ACA6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A822-EA74-4DD0-A970-C8B84EB9EFE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28D9E-7AB9-8F0F-B701-7C89E6E1E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8346D-78D9-31A1-0E67-5A4CD641A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0ECC7-130D-4D16-BCD3-CFD89F594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247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9C944-6391-C3A6-E7FC-7DC5FF0AA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8832B-75F4-59B4-CD36-0774CE8D6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20BFA-B87E-BC1A-A8CA-721D522B1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A822-EA74-4DD0-A970-C8B84EB9EFE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735EF-1DB9-7448-4B83-F3DEA7890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A3BDC-4195-16BA-A7D1-BC27FD2E8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0ECC7-130D-4D16-BCD3-CFD89F594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24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6E38-EB42-DE7D-E0FB-C4717AD2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F1635-85D0-8F01-4F9D-304DC4FF7F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208C6-8827-822C-D577-60F9D40EB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8C765-39ED-342E-A330-C73D8F5B4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A822-EA74-4DD0-A970-C8B84EB9EFE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73044-B03D-07CD-48A0-DCDF11C7E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C2199-F7B9-64BA-CEE2-D56CB4F76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0ECC7-130D-4D16-BCD3-CFD89F594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84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9AD6-6E85-0B93-6677-E847FE250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508D5-8367-A43F-CD4A-3B9A8B924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C7A39-AC0C-B279-9CBA-9F3766DF6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1FAC54-4DAC-8C7B-F4BD-A9E11CE604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CCDAE9-34A2-5B46-F219-E610DFC54E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2FB76A-D1FC-D555-059D-CE56544B8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A822-EA74-4DD0-A970-C8B84EB9EFE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B9A812-101D-431E-EC57-6A5254F32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3492FD-2E31-8364-57E0-B4E601099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0ECC7-130D-4D16-BCD3-CFD89F594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438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9AB77-C91D-1CF4-FE42-B233C8CED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15249E-0FCF-7AAA-1197-6A6E68D31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A822-EA74-4DD0-A970-C8B84EB9EFE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C7F1E1-3259-DCE2-6728-3B2969AB9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131FB-DE17-25C8-8E7B-C3AD37437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0ECC7-130D-4D16-BCD3-CFD89F594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36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1968B-7733-D899-CDDD-9627CEAA3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A822-EA74-4DD0-A970-C8B84EB9EFE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E90745-77E1-0209-ECE7-FEC4E49F7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14421-F34A-A343-EA5A-2A1032E1E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0ECC7-130D-4D16-BCD3-CFD89F594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086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883EF-31A3-0860-D014-4170F242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7E469-C55E-D520-C031-FBEDAA190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59AE53-EF7E-6190-F85B-F94AB0CFA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0849B-2322-D425-D082-69D239287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A822-EA74-4DD0-A970-C8B84EB9EFE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C246A-5B70-6A8B-231E-D03270B7F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B480BF-5878-A604-65A5-95C05AA94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0ECC7-130D-4D16-BCD3-CFD89F594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788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0AA60-C4AA-1AAD-101B-7961D9B8D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0A12BE-F228-F72B-21F4-5548EE4891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70B55-52A0-2614-7DE9-A594B5B49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EAB2C-42FE-E94B-D159-06DB96FBF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A822-EA74-4DD0-A970-C8B84EB9EFE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2C8D-BCE6-77E1-D312-45B9F87D8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5B3DF-1B5B-736A-00F7-71F0F3359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0ECC7-130D-4D16-BCD3-CFD89F594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516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4CBFD-4FBC-AF1E-AF57-FC74681B5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F8447-F67F-58F0-9B96-1EB7C627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92922-CF8C-85A7-FDE4-E2BEC2447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A822-EA74-4DD0-A970-C8B84EB9EFE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69D36-F0A6-ADEF-51DC-19BD6A37D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5D4B1-D675-58FC-1D0D-17B1F371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0ECC7-130D-4D16-BCD3-CFD89F594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280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E2B930-7FA1-04EC-24A2-AA29CFC9CA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7010F-F667-E3F1-C1CC-AA0666C2E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CBDF0-6E35-1135-74F5-F48F3FCA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A822-EA74-4DD0-A970-C8B84EB9EFE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69F22-27B6-746B-27AE-5B8339B53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881D4-570B-9957-0877-BB818733F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0ECC7-130D-4D16-BCD3-CFD89F594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652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15A98F-04A7-48D2-6C80-ADDCC537F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E22F8-CAA6-C660-0642-F8DF4F419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FB092-928B-5BDA-4E43-622A45CD1E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FA822-EA74-4DD0-A970-C8B84EB9EFE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5F245-C47D-C0E9-0D5C-7A0F98BA63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D970C-9A8F-A379-F0E6-8EF987542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0ECC7-130D-4D16-BCD3-CFD89F594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861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D69D9-E945-9502-EA9B-F4CE8EBF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62550-1E64-692F-F5AF-64BE478CA9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46DC4-51ED-4C55-6E1F-53EF6BF48B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E72056-F497-B0FC-C5DC-34F7568BE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984"/>
            <a:ext cx="12192000" cy="621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62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73A2C-9BBE-6A6B-2E2E-A891CE4E5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AE641-59C1-C33A-55AC-01A8916B34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97AF3-6BFA-265A-8F59-E1C4827479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C2FE71-8383-8599-E78D-740D2EFF6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244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88704-1875-AD48-5124-3D657BACD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4F5A2-343D-E136-62F1-9E39E33B1E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8719A0-F21C-4647-1534-3F7016A76B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FED7F-6C23-D202-2B46-7D2E6DE61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901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4E58A-9A4D-A208-A294-7CCC59475C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4D4B69-D0D2-D1C6-E86D-9D866EFA47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0B0759-49DF-E013-3335-08D37FE13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" y="0"/>
            <a:ext cx="121709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313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Goyal Harsh</dc:creator>
  <cp:lastModifiedBy>Goyal Harsh</cp:lastModifiedBy>
  <cp:revision>1</cp:revision>
  <dcterms:created xsi:type="dcterms:W3CDTF">2026-09-20T17:26:43Z</dcterms:created>
  <dcterms:modified xsi:type="dcterms:W3CDTF">2026-09-20T17:41:16Z</dcterms:modified>
</cp:coreProperties>
</file>